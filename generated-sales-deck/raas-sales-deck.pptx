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3.xml" /><Relationship Id="rId3" Type="http://schemas.openxmlformats.org/officeDocument/2006/relationships/slide" Target="slide4.xml" /><Relationship Id="rId4" Type="http://schemas.openxmlformats.org/officeDocument/2006/relationships/slide" Target="slide5.xml" /><Relationship Id="rId5" Type="http://schemas.openxmlformats.org/officeDocument/2006/relationships/slide" Target="slide7.xml" /><Relationship Id="rId6" Type="http://schemas.openxmlformats.org/officeDocument/2006/relationships/slide" Target="slide8.xml" /><Relationship Id="rId7" Type="http://schemas.openxmlformats.org/officeDocument/2006/relationships/slide" Target="slide9.xml" /><Relationship Id="rId8" Type="http://schemas.openxmlformats.org/officeDocument/2006/relationships/slide" Target="slide10.xml" /><Relationship Id="rId9" Type="http://schemas.openxmlformats.org/officeDocument/2006/relationships/slide" Target="slide12.xml" /><Relationship Id="rId10" Type="http://schemas.openxmlformats.org/officeDocument/2006/relationships/slide" Target="slide14.xml" /><Relationship Id="rId11" Type="http://schemas.openxmlformats.org/officeDocument/2006/relationships/slide" Target="slide16.xml" /><Relationship Id="rId12" Type="http://schemas.openxmlformats.org/officeDocument/2006/relationships/slide" Target="slide18.xml" /><Relationship Id="rId13" Type="http://schemas.openxmlformats.org/officeDocument/2006/relationships/slide" Target="slide19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RaaS Sales Deck — Revenue-as-a-Service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Transform your agency from hourly billing to outcome-based revenue.</a:t>
            </a:r>
            <a:r>
              <a:rPr sz="2000"/>
              <a:t> </a:t>
            </a:r>
            <a:r>
              <a:rPr sz="2000" i="1"/>
              <a:t>Track every dollar. Measure every outcome. Prove ROI in real-time.</a:t>
            </a:r>
          </a:p>
          <a:p>
            <a:pPr lvl="0" indent="0" marL="0">
              <a:buNone/>
            </a:pPr>
            <a:r>
              <a:rPr b="1"/>
              <a:t>Generated:</a:t>
            </a:r>
            <a:r>
              <a:rPr/>
              <a:t> 2026-03-19 </a:t>
            </a:r>
            <a:r>
              <a:rPr b="1"/>
              <a:t>Version:</a:t>
            </a:r>
            <a:r>
              <a:rPr/>
              <a:t> 5.0 | </a:t>
            </a:r>
            <a:r>
              <a:rPr b="1"/>
              <a:t>License:</a:t>
            </a:r>
            <a:r>
              <a:rPr/>
              <a:t> MIT </a:t>
            </a:r>
            <a:r>
              <a:rPr b="1"/>
              <a:t>Contact:</a:t>
            </a:r>
            <a:r>
              <a:rPr/>
              <a:t> sales@agencyos.network | agencyos.network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Table of Contents</a:t>
            </a:r>
          </a:p>
          <a:p>
            <a:pPr lvl="0" indent="-342900" marL="342900">
              <a:buAutoNum type="arabicPeriod"/>
            </a:pPr>
            <a:r>
              <a:rPr>
                <a:hlinkClick r:id="rId2" action="ppaction://hlinksldjump"/>
              </a:rPr>
              <a:t>Executive Summary</a:t>
            </a:r>
          </a:p>
          <a:p>
            <a:pPr lvl="0" indent="-342900" marL="342900">
              <a:buAutoNum type="arabicPeriod"/>
            </a:pPr>
            <a:r>
              <a:rPr>
                <a:hlinkClick r:id="rId3" action="ppaction://hlinksldjump"/>
              </a:rPr>
              <a:t>The Problem</a:t>
            </a:r>
          </a:p>
          <a:p>
            <a:pPr lvl="0" indent="-342900" marL="342900">
              <a:buAutoNum type="arabicPeriod"/>
            </a:pPr>
            <a:r>
              <a:rPr>
                <a:hlinkClick r:id="rId4" action="ppaction://hlinksldjump"/>
              </a:rPr>
              <a:t>The Solution</a:t>
            </a:r>
          </a:p>
          <a:p>
            <a:pPr lvl="0" indent="-342900" marL="342900">
              <a:buAutoNum type="arabicPeriod"/>
            </a:pPr>
            <a:r>
              <a:rPr>
                <a:hlinkClick r:id="rId5" action="ppaction://hlinksldjump"/>
              </a:rPr>
              <a:t>How It Works</a:t>
            </a:r>
          </a:p>
          <a:p>
            <a:pPr lvl="0" indent="-342900" marL="342900">
              <a:buAutoNum type="arabicPeriod"/>
            </a:pPr>
            <a:r>
              <a:rPr>
                <a:hlinkClick r:id="rId6" action="ppaction://hlinksldjump"/>
              </a:rPr>
              <a:t>Pricing Tiers</a:t>
            </a:r>
          </a:p>
          <a:p>
            <a:pPr lvl="0" indent="-342900" marL="342900">
              <a:buAutoNum type="arabicPeriod"/>
            </a:pPr>
            <a:r>
              <a:rPr>
                <a:hlinkClick r:id="rId7" action="ppaction://hlinksldjump"/>
              </a:rPr>
              <a:t>ROI Dashboard</a:t>
            </a:r>
          </a:p>
          <a:p>
            <a:pPr lvl="0" indent="-342900" marL="342900">
              <a:buAutoNum type="arabicPeriod"/>
            </a:pPr>
            <a:r>
              <a:rPr>
                <a:hlinkClick r:id="rId8" action="ppaction://hlinksldjump"/>
              </a:rPr>
              <a:t>Credit System</a:t>
            </a:r>
          </a:p>
          <a:p>
            <a:pPr lvl="0" indent="-342900" marL="342900">
              <a:buAutoNum type="arabicPeriod"/>
            </a:pPr>
            <a:r>
              <a:rPr>
                <a:hlinkClick r:id="rId9" action="ppaction://hlinksldjump"/>
              </a:rPr>
              <a:t>Quality Gates</a:t>
            </a:r>
          </a:p>
          <a:p>
            <a:pPr lvl="0" indent="-342900" marL="342900">
              <a:buAutoNum type="arabicPeriod"/>
            </a:pPr>
            <a:r>
              <a:rPr>
                <a:hlinkClick r:id="rId10" action="ppaction://hlinksldjump"/>
              </a:rPr>
              <a:t>Use Cases</a:t>
            </a:r>
          </a:p>
          <a:p>
            <a:pPr lvl="0" indent="-342900" marL="342900">
              <a:buAutoNum type="arabicPeriod"/>
            </a:pPr>
            <a:r>
              <a:rPr>
                <a:hlinkClick r:id="rId11" action="ppaction://hlinksldjump"/>
              </a:rPr>
              <a:t>Competitive Advantage</a:t>
            </a:r>
          </a:p>
          <a:p>
            <a:pPr lvl="0" indent="-342900" marL="342900">
              <a:buAutoNum type="arabicPeriod"/>
            </a:pPr>
            <a:r>
              <a:rPr>
                <a:hlinkClick r:id="rId12" action="ppaction://hlinksldjump"/>
              </a:rPr>
              <a:t>Sales Strategy</a:t>
            </a:r>
          </a:p>
          <a:p>
            <a:pPr lvl="0" indent="-342900" marL="342900">
              <a:buAutoNum type="arabicPeriod"/>
            </a:pPr>
            <a:r>
              <a:rPr>
                <a:hlinkClick r:id="rId13" action="ppaction://hlinksldjump"/>
              </a:rPr>
              <a:t>Getting Started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Executive Summary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One-Liner</a:t>
            </a:r>
          </a:p>
          <a:p>
            <a:pPr lvl="0" indent="0" marL="0">
              <a:buNone/>
            </a:pPr>
            <a:r>
              <a:rPr b="1"/>
              <a:t>RaaS</a:t>
            </a:r>
            <a:r>
              <a:rPr/>
              <a:t> turns AI agents into your revenue engine — automate 50-200+ hours/month of development work, bill clients for outcomes (not hours), and prove ROI in real-time.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Metrics (Q1 2026)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Average ROI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62x (Pro tier)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Trial→Paid Conversion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20% target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Customer Satisfaction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98.6% success rate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 to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5 minutes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Problem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Hourly Billing is Broken</a:t>
            </a:r>
          </a:p>
          <a:p>
            <a:pPr lvl="0" indent="0" marL="0">
              <a:buNone/>
            </a:pPr>
            <a:r>
              <a:rPr b="1"/>
              <a:t>Clients Hate:</a:t>
            </a:r>
            <a:r>
              <a:rPr/>
              <a:t> - ❌ Unpredictable costs (“How much will this cost?”) - ❌ Paying for inefficiency (slow devs = more bills) - ❌ Constant scope negotiations</a:t>
            </a:r>
          </a:p>
          <a:p>
            <a:pPr lvl="0" indent="0" marL="0">
              <a:buNone/>
            </a:pPr>
            <a:r>
              <a:rPr b="1"/>
              <a:t>Agencies Hate:</a:t>
            </a:r>
            <a:r>
              <a:rPr/>
              <a:t> - ❌ Revenue capped by human capacity - ❌ Penalized for efficiency (work faster = earn less) - ❌ Feast-or-famine cash flow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Adversarial relationship. Everyone loses.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Solution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RaaS — Revenue-as-a-Service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Old Model (Hourly)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 Model (RaaS)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Bill for hours worked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Bill for outcomes delivered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Client manages tasks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agents execute autonomously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Revenue = hours ×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Revenue = missions × tier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 = hire more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 = deploy more agents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Bottom Line:</a:t>
            </a:r>
            <a:r>
              <a:rPr/>
              <a:t> Clients get predictability. Agencies get scalability. Everyone wins.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It Works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┌─────────────────────────────────────────────────────────┐
│  1. CLIENT SUBMITS MISSION                              │
│     "Add user authentication with OAuth2"               │
└────────────────────┬────────────────────────────────────┘
                     │
                     ▼
┌─────────────────────────────────────────────────────────┐
│  2. AI AGENT TEAM EXECUTES                              │
│     ┌──────────┐  ┌──────────┐  ┌──────────┐           │
│     │ Planner  │→ │ Coder    │→ │ Tester   │           │
│     │  Agent   │  │  Agent   │  │  Agent   │           │
│     └──────────┘  └──────────┘  └──────────┘           │
│          │                              │               │
│          └────────→ Reviewer ←──────────┘               │
│                    Agent                                │
└────────────────────┬────────────────────────────────────┘
                     │
                     ▼
┌─────────────────────────────────────────────────────────┐
│  3. MISSION COMPLETE                                    │
│     ✅ Code written, tested, deployed                   │
│     ✅ 3 credits deducted (Standard complexity)         │
│     ✅ ROI tracked: 4 hours saved → $600 value          │
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Pricing Tiers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 Tiers — Built for Every Stage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┌─────────────────┬─────────────────┬─────────────────┐
│   🟢 STARTER    │   🟡 PRO        │   🔴 ENTERPRISE │
│   $49/mo        │   $149/mo       │   $499/mo       │
├─────────────────┼─────────────────┼─────────────────┤
│ 200 credits/mo  │ 1,000 credits   │ Unlimited       │
│ 3 projects      │ 10 projects     │ Unlimited       │
│ Basic commands  │ All commands    │ + Custom        │
│ Local LLM only  │ Premium LLMs    │ Any provider    │
│ Email 48hr      │ Priority 12hr   │ Dedicated 4hr   │
│                 │ ROI Dashboard   │ + SLA 99.9%     │
│                 │ API Access      │ + Custom Agents │
│                 │                 │ + White-label   │
└─────────────────┴─────────────────┴─────────────────┘
⭐ MOST POPULAR: Pro Tier (62x average ROI)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ROI Dashboard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Heart of RaaS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┌─────────────────────────────────────────────────────────┐
│  RaaS ROI Dashboard — This Month                        │
├─────────────────────────────────────────────────────────┤
│  Missions Completed:     147                            │
│  Credits Used:           847 / 1,000 (84.7%)            │
│  Est. Hours Saved:       62 hrs  →  $9,300 value*       │
│  Tech Debt Fixed:        23 items                       │
│  Production Deploys:     8                              │
│  Success Rate:           98.6%                          │
│  Avg. Completion Time:   4m 32s                         │
└─────────────────────────────────────────────────────────┘
*Based on $150/hr agency rate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ROI Calculator</a:t>
            </a:r>
          </a:p>
          <a:p>
            <a:pPr lvl="0" indent="0">
              <a:buNone/>
            </a:pPr>
            <a:r>
              <a:rPr>
                <a:latin typeface="Courier"/>
              </a:rPr>
              <a:t>Monthly ROI = (Hours Saved × Agency Rate) - Subscription
Pro Tier Example:
= (62 hrs × $150/hr) - $149
= $9,300 - $149
= $9,151 net value/month
= 62x ROI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System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is 1 Credit?</a:t>
            </a:r>
          </a:p>
          <a:p>
            <a:pPr lvl="0" indent="0" marL="0">
              <a:buNone/>
            </a:pPr>
            <a:r>
              <a:rPr b="1"/>
              <a:t>1 Credit = 1 MCU (Mission Control Unit)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952500"/>
                <a:gridCol w="1917700"/>
                <a:gridCol w="952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Credits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Character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50 chars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“Fix typo in README”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50-149 chars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“Add user authentication”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≥ 150 chars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“Migrate database schema”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Parallel orchestration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“Full sprint automation”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Auto-Detection:</a:t>
            </a:r>
            <a:r>
              <a:rPr/>
              <a:t> Complexity detected from mission length.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Unused Credits Policy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Top-Up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Starter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 rollover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$0.50/credit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Enabled (up to 500)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$0.25/credit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 (unlimited)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Quality Gates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Binh Phap Standards — Non-Negotiable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Verification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 Debt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 TODO/FIXME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grep -r "TODO\|FIXME" src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 Safety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 </a:t>
                      </a:r>
                      <a:r>
                        <a:rPr>
                          <a:latin typeface="Courier"/>
                        </a:rPr>
                        <a:t>any</a:t>
                      </a:r>
                      <a:r>
                        <a:rPr/>
                        <a:t> types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grep -r ": any" src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Clean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 console.log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grep -r "console\." src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 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npm 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Build &lt; 10s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time npm run build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don’t ship tech debt. Period.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 Cases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Gets Automated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5700"/>
                <a:gridCol w="2679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Code 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Write features, refactor legacy code, fix bugs autonomously, generate tests (100% coverage), remove tech debt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DevOps 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CI/CD pipeline management, production deploys, infrastructure as code, monitoring + self-healing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Governance 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audits, compliance checks (HIPAA, SOC2), code reviews, tech debt elimination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Business 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pipelines, report generation, API integrations, customer onboarding, revenue operations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 Cases by Tier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400"/>
                <a:gridCol w="3302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Starter ($49/mo)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Weekly reports, basic scaffolding, docs, simple pipelines, bug fixes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 ($149/mo)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sprints, CI/CD, multi-repo refactoring, agent orchestration, code reviews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Enterprise ($499/mo)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automation, compliance (HIPAA/SOC2), multi-team, 24/7 ops, custom agents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Competitive Advantage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RaaS vs Traditional Options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Traditional Agency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Freelancer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Zapier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Fixed/mo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$150-300/hr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$50-150/hr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$50/mo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 Writing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Varies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Varies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Auto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Manual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Manual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 Debt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Maybe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Maybe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24/7 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ROI Tracking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Live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Manual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True Cost Comparison</a:t>
            </a:r>
          </a:p>
          <a:p>
            <a:pPr lvl="0" indent="0" marL="0">
              <a:buNone/>
            </a:pPr>
            <a:r>
              <a:rPr b="1"/>
              <a:t>Scenario: Automate weekly reporting + bug fixes + deployments (20 hrs/month)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Monthly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Zapier + Developer (20 hrs)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$3,050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$36,600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Traditional Agency (20 hrs @ $200/hr)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$48,000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Freelancer (20 hrs @ $75/hr)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$18,000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RaaS Pro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$149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$1,788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You Save vs Agency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$3,851/mo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$46,212/yr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Sales Strategy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Three-Track Sales Engine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┌─────────────────────────────────────────────────────────────┐
│                    Revenue Engine                           │
├─────────────────────────────────────────────────────────────┤
│                                                             │
│  Track 1: Product-Led Growth (Self-Serve)                  │
│  └─→ Pricing page → Free trial → Self-onboard → Expand    │
│     CAC: $0 (organic) | Conversion: 3-5% trial→paid        │
│                                                             │
│  Track 2: Inside Sales (SMB/Mid-Market)                    │
│  └─→ Inbound lead → Demo → Pro tier → Account management  │
│     CAC: $500-2K | Conversion: 15-25% demo→closed          │
│                                                             │
│  Track 3: Field Sales (Enterprise)                         │
│  └─→ Outbound → POC → Security review → Enterprise deal   │
│     CAC: $10K-50K | Conversion: 5-10% POC→closed           │
│                                                             │
└─────────────────────────────────────────────────────────────┘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Path to $1M ARR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MRR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Milestone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$180K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Product-market fit validation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$600K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Channel partner program launch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$1.2M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tier adoption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Q4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$1.8M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 leadership position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Getting Started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 Steps to Revenue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Book a Demo</a:t>
            </a:r>
          </a:p>
          <a:p>
            <a:pPr lvl="0" indent="0" marL="0">
              <a:buNone/>
            </a:pPr>
            <a:r>
              <a:rPr/>
              <a:t>See live mission execution. Watch AI agents write, test, deploy in real-time.</a:t>
            </a:r>
          </a:p>
          <a:p>
            <a:pPr lvl="0" indent="0" marL="0">
              <a:buNone/>
            </a:pPr>
            <a:r>
              <a:rPr/>
              <a:t>👉 </a:t>
            </a:r>
            <a:r>
              <a:rPr b="1"/>
              <a:t>Link:</a:t>
            </a:r>
            <a:r>
              <a:rPr/>
              <a:t> </a:t>
            </a:r>
            <a:r>
              <a:rPr>
                <a:latin typeface="Courier"/>
              </a:rPr>
              <a:t>agencyos.network/demo</a:t>
            </a:r>
          </a:p>
          <a:p>
            <a:pPr lvl="0" indent="0" marL="0">
              <a:buNone/>
            </a:pPr>
            <a:r>
              <a:rPr b="1"/>
              <a:t>Demo Agenda (30 min):</a:t>
            </a:r>
            <a:r>
              <a:rPr/>
              <a:t> - 5 min: Discovery — understand their workflow - 10 min: Live demo — run their actual use case - 10 min: ROI calculator — personalized numbers - 5 min: Q&amp;A + next steps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14-Day Free Trial (Pro Tier)</a:t>
            </a:r>
          </a:p>
          <a:p>
            <a:pPr lvl="0" indent="0" marL="0">
              <a:buNone/>
            </a:pPr>
            <a:r>
              <a:rPr/>
              <a:t>Full access. 1,000 credits. No credit card required.</a:t>
            </a:r>
          </a:p>
          <a:p>
            <a:pPr lvl="0" indent="0" marL="0">
              <a:buNone/>
            </a:pPr>
            <a:r>
              <a:rPr/>
              <a:t>👉 </a:t>
            </a:r>
            <a:r>
              <a:rPr b="1"/>
              <a:t>Link:</a:t>
            </a:r>
            <a:r>
              <a:rPr/>
              <a:t> </a:t>
            </a:r>
            <a:r>
              <a:rPr>
                <a:latin typeface="Courier"/>
              </a:rPr>
              <a:t>agencyos.network/pricing</a:t>
            </a:r>
          </a:p>
          <a:p>
            <a:pPr lvl="0" indent="0" marL="0">
              <a:buNone/>
            </a:pPr>
            <a:r>
              <a:rPr b="1"/>
              <a:t>Trial Success Checklist:</a:t>
            </a:r>
            <a:r>
              <a:rPr/>
              <a:t> - [ ] Complete onboarding wizard - [ ] Run first mission (scaffold project) - [ ] Deploy to production - [ ] View ROI dashboard - [ ] Run 10+ missions total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Custom Quote (Enterprise)</a:t>
            </a:r>
          </a:p>
          <a:p>
            <a:pPr lvl="0" indent="0" marL="0">
              <a:buNone/>
            </a:pPr>
            <a:r>
              <a:rPr/>
              <a:t>Deployment assessment + custom agent training.</a:t>
            </a:r>
          </a:p>
          <a:p>
            <a:pPr lvl="0" indent="0" marL="0">
              <a:buNone/>
            </a:pPr>
            <a:r>
              <a:rPr/>
              <a:t>👉 </a:t>
            </a:r>
            <a:r>
              <a:rPr b="1"/>
              <a:t>Email:</a:t>
            </a:r>
            <a:r>
              <a:rPr/>
              <a:t> </a:t>
            </a:r>
            <a:r>
              <a:rPr>
                <a:latin typeface="Courier"/>
              </a:rPr>
              <a:t>sales@agencyos.network</a:t>
            </a:r>
          </a:p>
          <a:p>
            <a:pPr lvl="0" indent="0" marL="0">
              <a:buNone/>
            </a:pPr>
            <a:r>
              <a:rPr b="1"/>
              <a:t>Enterprise Sales Cycle:</a:t>
            </a:r>
            <a:r>
              <a:rPr/>
              <a:t> 90-180 days </a:t>
            </a:r>
            <a:r>
              <a:rPr b="1"/>
              <a:t>Average Contract:</a:t>
            </a:r>
            <a:r>
              <a:rPr/>
              <a:t> $50K-500K ACV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FAQ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100"/>
                <a:gridCol w="2273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Answer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happens if I run out of credits?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Starter/Pro can purchase top-ups at $0.25/credit. Enterprise is unlimited.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 I pause my subscription?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pause anytime. Projects accessible, missions queued until resume.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if a mission fails?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Credits automatically refunded. Audit log shows failure reason.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 I self-host?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tier includes on-premise deployment with dedicated engineer.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my code safe?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Yes. Enterprise includes private vault — data never leaves your boundary.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LLMs do you support?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major providers: Claude 4.6, Gemini 1.5 Pro, Qwen 3.5+.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Call to Action</a:t>
            </a:r>
          </a:p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╔═════════════════════════════════════════════════════════╗
║                                                         ║
║           "The supreme art of war is to subdue          ║
║            the enemy without fighting."                 ║
║                      — 孫子兵法 (Sun Tzu)               ║
║                                                         ║
║           RaaS: Win by automating the grind.           ║
║                Focus your team on strategy.            ║
║                                                         ║
║                                                         ║
║   [Start Free Trial]  [Book a Demo]  [Contact Sales]   ║
║   agencyos.network/pricing                             ║
║   agencyos.network/demo                                ║
║   sales@agencyos.network                               ║
║                                                         ║
╚═════════════════════════════════════════════════════════╝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Details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Email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sales@agencyos.network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Website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agencyos.network/pricing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agencyos.network/demo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agencyos.network/docs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© 2026 Binh Phap Venture Studio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2026-03-19T11:08:26Z</dcterms:created>
  <dcterms:modified xsi:type="dcterms:W3CDTF">2026-03-19T11:08:26Z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